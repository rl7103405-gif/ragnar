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_qu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103120"/>
            <a:ext cx="10881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Impresora de etiquetas RAGNAR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63240"/>
            <a:ext cx="108813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A9C4E2"/>
                </a:solidFill>
                <a:latin typeface="Calibri"/>
              </a:rPr>
              <a:t>Opciones de escritorio para el punto expuesto de planta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5669280" cy="1371600"/>
          </a:xfrm>
          <a:prstGeom prst="roundRect">
            <a:avLst>
              <a:gd name="adj" fmla="val 6000"/>
            </a:avLst>
          </a:prstGeom>
          <a:solidFill>
            <a:srgbClr val="173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5212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D5E3F2"/>
                </a:solidFill>
                <a:latin typeface="Calibri"/>
              </a:rPr>
              <a:t>Qué se decide aquí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D5E3F2"/>
                </a:solidFill>
                <a:latin typeface="Calibri"/>
              </a:rPr>
              <a:t>Qué impresora compramos para sustituir a la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D5E3F2"/>
                </a:solidFill>
                <a:latin typeface="Calibri"/>
              </a:rPr>
              <a:t>Zebra ZT410 en el módulo, y qué material lleva.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FACCE"/>
                </a:solidFill>
                <a:latin typeface="Calibri"/>
              </a:rPr>
              <a:t>Deportivos Quini  ·  Agosto 2026  ·  Preparado para revisión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1. La que tenemos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D6E8"/>
                </a:solidFill>
                <a:latin typeface="Calibri"/>
              </a:rPr>
              <a:t>Zebra ZT410 — impresora industrial de 4 pulgadas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212080" cy="402336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5C97"/>
                </a:solidFill>
                <a:latin typeface="Calibri"/>
              </a:rPr>
              <a:t>FICHA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057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Zebra ZT410 (industrial)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Resolución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946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203 dpi  ·  8 dots por mm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81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Etiqueta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08152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10 × 8.2 cm  =  800 × 656 dots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93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Lenguaje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935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ZPL II nativo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0565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Método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1056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Transferencia térmica (con ribbon)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Conexión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USB con driver ZDesigner  ·  o red puerto 9100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325880"/>
            <a:ext cx="5532120" cy="1874519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15727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B8A54"/>
                </a:solidFill>
                <a:latin typeface="Calibri"/>
              </a:rPr>
              <a:t>LO BUENO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965960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Aguanta polvo, vibración y volumen alto.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Cabezal robusto, pensada para planta.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Ya está calibrada y funcionando.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383280"/>
            <a:ext cx="5532120" cy="1965960"/>
          </a:xfrm>
          <a:prstGeom prst="roundRect">
            <a:avLst>
              <a:gd name="adj" fmla="val 6000"/>
            </a:avLst>
          </a:prstGeom>
          <a:solidFill>
            <a:srgbClr val="FB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36301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32D2D"/>
                </a:solidFill>
                <a:latin typeface="Calibri"/>
              </a:rPr>
              <a:t>EL PROBLEMA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Está en un punto semi-expuesto al aire libre.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Es equipo caro para arriesgarlo ahí.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Si se daña, paramos captura de bultos.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Fuente: bridge/zebra_bridge.py (líneas 71–91) y nota app-ragnar.md del vault MUNIN.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2. El requisito que no se negocia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D6E8"/>
                </a:solidFill>
                <a:latin typeface="Calibri"/>
              </a:rPr>
              <a:t>Si la nueva impresora cumple esto, RAGNAR funciona sin tocar una sola línea de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9050">
            <a:solidFill>
              <a:srgbClr val="1E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2E52"/>
                </a:solidFill>
                <a:latin typeface="Calibri"/>
              </a:rPr>
              <a:t>ZPL II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2E52"/>
                </a:solidFill>
                <a:latin typeface="Calibri"/>
              </a:rPr>
              <a:t>nativo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RAGNAR arma el ZPL a mano.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Si la impresora no lo habla,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hay que reescribir el bridge.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146304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9050">
            <a:solidFill>
              <a:srgbClr val="1E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75304" y="1737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2E52"/>
                </a:solidFill>
                <a:latin typeface="Calibri"/>
              </a:rPr>
              <a:t>203 dpi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26060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Todo el diseño está en dots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a 203 dpi. Otra resolución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descuadra la etiqueta.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9050">
            <a:solidFill>
              <a:srgbClr val="1E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73368" y="1737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2E52"/>
                </a:solidFill>
                <a:latin typeface="Calibri"/>
              </a:rPr>
              <a:t>4" de ancho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060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La etiqueta es de 10 cm.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Una de 2" o 3" no la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imprime completa.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42832" y="1463040"/>
            <a:ext cx="2651760" cy="23774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 w="19050">
            <a:solidFill>
              <a:srgbClr val="1E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71432" y="1737360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2E52"/>
                </a:solidFill>
                <a:latin typeface="Calibri"/>
              </a:rPr>
              <a:t>Transferencia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F2E52"/>
                </a:solidFill>
                <a:latin typeface="Calibri"/>
              </a:rPr>
              <a:t>térmica (TT)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606040"/>
            <a:ext cx="2194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Con ribbon. La térmica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directa se borra con calor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Calibri"/>
              </a:rPr>
              <a:t>y roce en el bulto.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605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4407408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8A54"/>
                </a:solidFill>
                <a:latin typeface="Calibri"/>
              </a:rPr>
              <a:t>SI SE CUMPLE, EL CAMBIO ES TRIVIAL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Conectar por USB  →  instalar driver ZDesigner  →  correr calibrar_zebra.bat  →  cambiar el nombre en el archivo .env.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No se reprograma nada. Es cuestión de una tarde.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66928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B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4400" y="5815584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32D2D"/>
                </a:solidFill>
                <a:latin typeface="Calibri"/>
              </a:rPr>
              <a:t>OJO AL COTIZAR:  pedir siempre la versión TT (transferencia térmica), no la DT (térmica directa).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3. Las tres opciones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D6E8"/>
                </a:solidFill>
                <a:latin typeface="Calibri"/>
              </a:rPr>
              <a:t>Todas cumplen: ZPL II · 203 dpi · 4" · transferencia térmica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93592" cy="4480560"/>
          </a:xfrm>
          <a:prstGeom prst="roundRect">
            <a:avLst>
              <a:gd name="adj" fmla="val 6000"/>
            </a:avLst>
          </a:prstGeom>
          <a:solidFill>
            <a:srgbClr val="FDF6E8"/>
          </a:solidFill>
          <a:ln w="12700">
            <a:solidFill>
              <a:srgbClr val="B47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5727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B47C0A"/>
                </a:solidFill>
                <a:latin typeface="Calibri"/>
              </a:rPr>
              <a:t>LA MÁS BARATA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0F2E52"/>
                </a:solidFill>
                <a:latin typeface="Calibri"/>
              </a:rPr>
              <a:t>Zebra ZD220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B47C0A"/>
                </a:solidFill>
                <a:latin typeface="Calibri"/>
              </a:rPr>
              <a:t>$5,999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IVA incluido  ·  en existencia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3017520" cy="25400"/>
          </a:xfrm>
          <a:prstGeom prst="rect">
            <a:avLst/>
          </a:prstGeom>
          <a:solidFill>
            <a:srgbClr val="B4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01568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USB solamente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Carcasa sencilla, sin display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La más frágil de las tres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Incluye ribbon de regalo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Sirve, pero al aire libre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se ensucia el cabezal rápido.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0248" y="1371600"/>
            <a:ext cx="3593592" cy="448056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25400">
            <a:solidFill>
              <a:srgbClr val="1B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44568" y="15727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B8A54"/>
                </a:solidFill>
                <a:latin typeface="Calibri"/>
              </a:rPr>
              <a:t>★  RECOMENDADA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1874519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0F2E52"/>
                </a:solidFill>
                <a:latin typeface="Calibri"/>
              </a:rPr>
              <a:t>Zebra ZD230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3957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B8A54"/>
                </a:solidFill>
                <a:latin typeface="Calibri"/>
              </a:rPr>
              <a:t>Por cotizar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88036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no se publica en línea en México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44568" y="3200400"/>
            <a:ext cx="3017520" cy="25400"/>
          </a:xfrm>
          <a:prstGeom prst="rect">
            <a:avLst/>
          </a:prstGeom>
          <a:solidFill>
            <a:srgbClr val="1B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401568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USB  (hay versión Ethernet)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Construcción DOBLE PARED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Diseñada para durabilidad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Debería quedar entre las otras 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50292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La doble pared es justo lo que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compensa el punto expuesto.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1371600"/>
            <a:ext cx="3593592" cy="448056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 w="12700">
            <a:solidFill>
              <a:srgbClr val="1E5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66176" y="157276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E5C97"/>
                </a:solidFill>
                <a:latin typeface="Calibri"/>
              </a:rPr>
              <a:t>SI QUIEREN 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874519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300" b="1">
                <a:solidFill>
                  <a:srgbClr val="0F2E52"/>
                </a:solidFill>
                <a:latin typeface="Calibri"/>
              </a:rPr>
              <a:t>Zebra ZD421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395728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E5C97"/>
                </a:solidFill>
                <a:latin typeface="Calibri"/>
              </a:rPr>
              <a:t>$8,999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88036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IVA incluido  ·  en existencia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6" y="3200400"/>
            <a:ext cx="3017520" cy="25400"/>
          </a:xfrm>
          <a:prstGeom prst="rect">
            <a:avLst/>
          </a:prstGeom>
          <a:solidFill>
            <a:srgbClr val="1E5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3401568"/>
            <a:ext cx="3063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USB + Wi-Fi / Bluetooth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Hasta 120 mm/s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Versión Ethernet: $11,899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·  Permite conexión por 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5029200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Sólo vale la pena si la quieren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en red o el volumen es alto.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Precios consultados en agosto 2026 en Impresoras y Más (distribuidor autorizado Zebra), IVA incluido. Sujetos a cambio.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4. El material que se necesita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D6E8"/>
                </a:solidFill>
                <a:latin typeface="Calibri"/>
              </a:rPr>
              <a:t>La impresora es sólo una parte del gasto — el consumible es recurrente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6276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5C97"/>
                </a:solidFill>
                <a:latin typeface="Calibri"/>
              </a:rPr>
              <a:t>COMPRA DE UNA SOLA VEZ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La impresora (versión TT)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Cable USB — casi siempre viene incluido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Driver ZDesigner — gratis, se baja de Zebra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Cable de red, sólo si eligen modelo Ethernet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6000"/>
            </a:avLst>
          </a:prstGeom>
          <a:solidFill>
            <a:srgbClr val="FD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92240" y="1627632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7C0A"/>
                </a:solidFill>
                <a:latin typeface="Calibri"/>
              </a:rPr>
              <a:t>CONSUMIBLE — GASTO RECURRENTE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5740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Ribbon 110 mm × 300 m — caja c/3 rollos:  $1,227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   (≈ $409 por rollo, IVA incluido)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Etiquetas adheribles 10 × 8.2 cm — por cotizar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·  Mismo material que usa hoy la ZT410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4087368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5C97"/>
                </a:solidFill>
                <a:latin typeface="Calibri"/>
              </a:rPr>
              <a:t>QUÉ RIBBON PEDIR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Cera:  el más barato ($409/rollo), suficiente si la etiqueta no sufre mucho roce.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Cera-resina:  aguanta mejor roce y humedad. Es el que conviene para bultos que se mueven y se estiban.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El ribbon y las etiquetas son idénticos a los de la ZT410: si cambia la impresora, el material NO cambia.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5. Cuánto cuesta en total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D6E8"/>
                </a:solidFill>
                <a:latin typeface="Calibri"/>
              </a:rPr>
              <a:t>Escenario con la ZD220, que es la que sí tiene precio público confirmado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5819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CONCEPTO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58191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58191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Impresora Zebra ZD220 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0665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0F2E52"/>
                </a:solidFill>
                <a:latin typeface="Calibri"/>
              </a:rPr>
              <a:t>$5,999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09397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una sola vez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42032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27066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Ribbon — caja con 3 rollos de 300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6883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0F2E52"/>
                </a:solidFill>
                <a:latin typeface="Calibri"/>
              </a:rPr>
              <a:t>$1,227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0" y="27157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recurrente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63824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DF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32841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Etiquetas 10 × 8.2 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3101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B47C0A"/>
                </a:solidFill>
                <a:latin typeface="Calibri"/>
              </a:rPr>
              <a:t>por cotizar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337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recurrente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85616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395020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Cable USB y driver ZDesigner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93192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0F2E52"/>
                </a:solidFill>
                <a:latin typeface="Calibri"/>
              </a:rPr>
              <a:t>incluido / gratis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95935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44568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25400">
            <a:solidFill>
              <a:srgbClr val="1B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F2E52"/>
                </a:solidFill>
                <a:latin typeface="Calibri"/>
              </a:rPr>
              <a:t>Arranque:  impresora + primera caja de ribbon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718304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2200" b="1">
                <a:solidFill>
                  <a:srgbClr val="1B8A54"/>
                </a:solidFill>
                <a:latin typeface="Calibri"/>
              </a:rPr>
              <a:t>$7,226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79145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+ etiquetas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Comparación:  con la ZD421 (USB) el arranque sería  $10,226.    Con la versión Ethernet,  $13,126.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La ZD230 recomendada debería caer entre la ZD220 y la ZD421 — falta la cotización para confirmarlo.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Precios de agosto 2026, IVA incluido. El costo de etiquetas depende del volumen mensual de bultos que impriman.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60120"/>
          </a:xfrm>
          <a:prstGeom prst="roundRect">
            <a:avLst>
              <a:gd name="adj" fmla="val 6000"/>
            </a:avLst>
          </a:prstGeom>
          <a:solidFill>
            <a:srgbClr val="0F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6. Recomendación y siguiente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7D6E8"/>
                </a:solidFill>
                <a:latin typeface="Calibri"/>
              </a:rPr>
              <a:t>Qué proponemos y qué falta por confirmar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6000"/>
            </a:avLst>
          </a:prstGeom>
          <a:solidFill>
            <a:srgbClr val="E8F3EC"/>
          </a:solidFill>
          <a:ln w="25400">
            <a:solidFill>
              <a:srgbClr val="1B8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0F2E52"/>
                </a:solidFill>
                <a:latin typeface="Calibri"/>
              </a:rPr>
              <a:t>Zebra ZD230 en transferencia térmica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Calibri"/>
              </a:rPr>
              <a:t>Es el punto medio entre lo que pidió mi papá (escritorio, más barata) y lo que exige el ambiente (semi-expuesto).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5C97"/>
                </a:solidFill>
                <a:latin typeface="Calibri"/>
              </a:rPr>
              <a:t>IDEA ADICIONAL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No dar de baja la ZT410.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Poner la ZD230 en el punto expuesto y dejar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la ZT410 resguardada, para volumen alto o</a:t>
            </a:r>
          </a:p>
          <a:p>
            <a:pPr algn="l">
              <a:spcAft>
                <a:spcPts val="500"/>
              </a:spcAft>
            </a:pPr>
            <a:r>
              <a:rPr sz="1350" b="0">
                <a:solidFill>
                  <a:srgbClr val="333333"/>
                </a:solidFill>
                <a:latin typeface="Calibri"/>
              </a:rPr>
              <a:t>como respaldo si la nueva falla.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2926080"/>
            <a:ext cx="5440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47C0A"/>
                </a:solidFill>
                <a:latin typeface="Calibri"/>
              </a:rPr>
              <a:t>LO QUE FALTA CONFIRMAR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3291840"/>
            <a:ext cx="54406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1.  Cotizar la ZD230 — es la única de las tres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   que no publica precio en línea.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2.  Decidir USB o Ethernet (cambia el modelo).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3.  Cotizar etiquetas de 10 × 8.2 cm.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4.  Preguntar al proveedor que ya nos vendió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333333"/>
                </a:solidFill>
                <a:latin typeface="Calibri"/>
              </a:rPr>
              <a:t>     la ZT410 — suele dar mejor precio.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25780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5413248"/>
            <a:ext cx="10332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Si no se consigue la ZD230:  la ZD220 a $5,999 ya cumple todos los requisitos técnicos y es la opción de menor gasto.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Impresoras y Más (distribuidor autorizado):  55 5754-0991  ·  ventas@impresorasymas.com.mx     Consumible:  Etiflex  ·  Sotex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